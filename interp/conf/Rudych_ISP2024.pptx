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0" r:id="rId5"/>
    <p:sldId id="260" r:id="rId6"/>
    <p:sldId id="271" r:id="rId7"/>
    <p:sldId id="261" r:id="rId8"/>
    <p:sldId id="273" r:id="rId9"/>
    <p:sldId id="263" r:id="rId10"/>
    <p:sldId id="262" r:id="rId11"/>
    <p:sldId id="264" r:id="rId12"/>
    <p:sldId id="272" r:id="rId13"/>
    <p:sldId id="267" r:id="rId14"/>
    <p:sldId id="268" r:id="rId15"/>
    <p:sldId id="26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45AF8-A6F6-4932-8EB5-15A6F385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70DFDA-7E2D-44D7-BEE3-BBAA6D8A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EF42C6-ABE8-4258-9094-AB8DE8EA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90484B-A44A-4E35-8DBA-9C818CCC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24BDF-5637-443D-AFD7-495DF3C3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30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D17A7-C0A2-4F77-BDE5-98BEB79F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9E2E0C-C552-4633-BEE4-576FCA54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312759-7E4F-414C-9066-0485C0AF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730F16-D6B3-4B18-8A55-7E415273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BC8AB1-13E4-47C4-9FDF-5318519F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94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F09A2-BCA3-4588-A370-38EFDB63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D8C3A5-CD52-4C41-9AC4-4B1D05DF5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C4AA2B-E834-4ED0-B0EC-01237707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774A56-804D-4F31-9BC7-360F0331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5157E-FD92-4A17-B620-2B5CA7DB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2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57150-A241-4F40-8F18-64B15035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68D47-B278-404A-AC9A-0E1D8A0CE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6317C9-24DC-4D15-B2EF-7FFF28F03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601445-4A13-4C50-90C9-F54F0E99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98FB79-D01B-464E-A940-E7AA7008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F17047-E06C-432F-8CD7-562FB020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09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E3C4E-6B0A-4DB4-9DFF-339A12EB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3D31B0-B331-4B47-9E96-1110AFA03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240689-F9EC-4F7D-B868-1ABCB649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0D173A-F091-4456-AE55-4A626F062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D4B37E-069D-4A29-B03F-66B2EDB64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98B674-6CAD-48E6-BF76-C5EB18B1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BE21EE-9B6A-48DC-A633-41DC9BC9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8BFC70-07B1-4804-9C39-E6FAD5AE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3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185D6-9960-4817-9646-4D9F4F32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BBEEE6-14E9-4CD7-A7E8-041AEB88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BA4113-3E7E-4EB9-BB84-D9AE4542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976B16-28DE-497B-A5D0-0341CCA2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6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5FB950-5EC4-42CE-AED6-6C795FA8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1D076B-DBA7-43F4-9B55-500EA2A3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DAE739-5986-4971-BDC0-70B8AA80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0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621A3-0678-4304-BAEC-41BBFC5F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43FB7E-3833-489C-B0AC-FA071F16F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4599C9-4178-41B3-B935-ED5209653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AA9E7E-C309-46F1-94DC-D7DB187E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C94C1F-165E-42FC-BBB1-47B4E29A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79D5A4-7678-4906-91F9-8DB7356E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58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8D383-8D73-4B7D-94C8-CEB3F978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9D7DD3-85F0-4298-A2FF-49AC4B30E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0883D9-C9B3-48D3-AE6E-20D243F9B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966216-FB39-4882-ADDB-BC44DAA2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690C02-AA4E-4EA0-BFC0-8972D6D8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B7BA3A-B0DB-458F-A90A-85DF8334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58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6CA95-FD3A-48CD-AE67-931AEC19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8735DA-871E-496D-842F-1BDE5F3B8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A9F95-EB17-49D3-B345-C5837370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603F2D-1A73-4FB9-BAA1-443FD341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5371F4-D07C-4D6D-9441-0FEE4FC0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93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711D00-C7EF-4F55-B632-8ED6784ED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B9F8D9-8638-49DF-9368-6D1F1A772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C1DCF3-A9A1-45E4-8B72-A3F97796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2C09DD-0726-4E26-AD95-93B24BCC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C1A04F-0A40-45F2-A161-24C7A570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57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87E8E-723B-48BC-B8E0-51E48D2A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58F3C-B0BF-4D98-B6DE-35FFD8C2B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7094FC-CBFF-4D5D-B83D-908C601EF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D226F-4958-46E4-B291-48FB40F70FD4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E7C81-D0E8-4729-B06C-0712EA42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2C123B-B795-4062-877C-406EAC62E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46AA6-E472-4D2E-ADF7-EF707AB6E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89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2D6B2-B75E-4CFD-A643-5DCD06134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Распознавание маркеров  дислексии по чтению вслух у детей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C68780-59E2-482A-9F00-782117D66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1555" y="3723567"/>
            <a:ext cx="9144000" cy="1655762"/>
          </a:xfrm>
        </p:spPr>
        <p:txBody>
          <a:bodyPr/>
          <a:lstStyle/>
          <a:p>
            <a:r>
              <a:rPr lang="ru-RU" dirty="0"/>
              <a:t>Павел </a:t>
            </a:r>
            <a:r>
              <a:rPr lang="ru-RU" dirty="0" err="1"/>
              <a:t>Рудыч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4A9BF3-52E5-4414-9967-C898DCCF4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90" y="4459373"/>
            <a:ext cx="1869117" cy="919956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733A1F9-4F73-4BEE-B684-673FE2BF0B62}"/>
              </a:ext>
            </a:extLst>
          </p:cNvPr>
          <p:cNvSpPr txBox="1">
            <a:spLocks/>
          </p:cNvSpPr>
          <p:nvPr/>
        </p:nvSpPr>
        <p:spPr>
          <a:xfrm>
            <a:off x="3477408" y="5592933"/>
            <a:ext cx="7664067" cy="919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Грант КодИИ-117526                            </a:t>
            </a:r>
            <a:r>
              <a:rPr lang="en-US" dirty="0"/>
              <a:t>pavel@rudych.ru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74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A7027-D746-4711-983A-C3E610E8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Распознавать детскую речь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4B1B55-C864-42B3-9C16-27691198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0142" cy="4351338"/>
          </a:xfrm>
        </p:spPr>
        <p:txBody>
          <a:bodyPr/>
          <a:lstStyle/>
          <a:p>
            <a:r>
              <a:rPr lang="ru-RU" dirty="0"/>
              <a:t>Патологии мозга</a:t>
            </a:r>
          </a:p>
          <a:p>
            <a:pPr lvl="1"/>
            <a:r>
              <a:rPr lang="ru-RU" dirty="0"/>
              <a:t>Сенсомоторная интеграция</a:t>
            </a:r>
          </a:p>
          <a:p>
            <a:pPr lvl="1"/>
            <a:r>
              <a:rPr lang="ru-RU" dirty="0"/>
              <a:t>Дислексия</a:t>
            </a:r>
          </a:p>
          <a:p>
            <a:r>
              <a:rPr lang="ru-RU" dirty="0"/>
              <a:t>Логопедия</a:t>
            </a:r>
          </a:p>
          <a:p>
            <a:r>
              <a:rPr lang="ru-RU" dirty="0"/>
              <a:t>Голосовое управление</a:t>
            </a:r>
          </a:p>
          <a:p>
            <a:pPr lvl="1"/>
            <a:r>
              <a:rPr lang="ru-RU" dirty="0" err="1"/>
              <a:t>Ядекс</a:t>
            </a:r>
            <a:r>
              <a:rPr lang="ru-RU" dirty="0"/>
              <a:t>-колонки ...</a:t>
            </a:r>
          </a:p>
          <a:p>
            <a:pPr lvl="1"/>
            <a:r>
              <a:rPr lang="ru-RU" dirty="0"/>
              <a:t>Интерактивное </a:t>
            </a:r>
            <a:r>
              <a:rPr lang="ru-RU" dirty="0" err="1"/>
              <a:t>тв</a:t>
            </a:r>
            <a:r>
              <a:rPr lang="ru-RU" dirty="0"/>
              <a:t> …</a:t>
            </a:r>
          </a:p>
          <a:p>
            <a:r>
              <a:rPr lang="en-US" dirty="0"/>
              <a:t>..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E77F35-D998-4943-84B5-A5DBA1D7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240" y="2032986"/>
            <a:ext cx="6817479" cy="45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AFD1D-A562-03B2-11B1-B0EB35EB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МКБ </a:t>
            </a:r>
            <a:r>
              <a:rPr lang="en-US" dirty="0"/>
              <a:t>vs </a:t>
            </a:r>
            <a:r>
              <a:rPr lang="en-US" dirty="0" err="1"/>
              <a:t>RDoC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22A9C-CE90-AD27-3D51-73D064F34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Дислексия описывается в МКБ-10 в разделе "Расстройства психологического развития", категории "Специфические расстройства школьных навыков" под рубрикой F81.0 – "Специфическое расстройство чтения</a:t>
            </a:r>
            <a:r>
              <a:rPr lang="en-US" dirty="0"/>
              <a:t>” </a:t>
            </a:r>
            <a:r>
              <a:rPr lang="ru-RU" dirty="0"/>
              <a:t>и в диагнозе чаще звучит как «склонность»</a:t>
            </a:r>
          </a:p>
          <a:p>
            <a:r>
              <a:rPr lang="ru-RU" dirty="0"/>
              <a:t>Подход </a:t>
            </a:r>
            <a:r>
              <a:rPr lang="en-US" dirty="0" err="1"/>
              <a:t>RDoC</a:t>
            </a:r>
            <a:r>
              <a:rPr lang="en-US" dirty="0"/>
              <a:t> (Research Domain Criteria) – </a:t>
            </a:r>
            <a:r>
              <a:rPr lang="ru-RU" dirty="0"/>
              <a:t>каждый наблюдаемый  симптом, (которым может быть  и «маркер дислексии») вызван доминирующим нарушением работы одной из нейросетей/её отдельным узлом.</a:t>
            </a:r>
          </a:p>
        </p:txBody>
      </p:sp>
    </p:spTree>
    <p:extLst>
      <p:ext uri="{BB962C8B-B14F-4D97-AF65-F5344CB8AC3E}">
        <p14:creationId xmlns:p14="http://schemas.microsoft.com/office/powerpoint/2010/main" val="426735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2A93F-6028-F79E-AB99-9D613C2C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Маркеры дислексии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69E2DE-0AC6-EA6F-F132-B810E01D2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Замена букв на похожие (Ж-Х, Н-П, Н-И, В-З…)</a:t>
            </a:r>
          </a:p>
          <a:p>
            <a:r>
              <a:rPr lang="ru-RU" dirty="0"/>
              <a:t>Замена звука на фонетически похожие (Д-Т, Б-П…)</a:t>
            </a:r>
          </a:p>
          <a:p>
            <a:r>
              <a:rPr lang="ru-RU" dirty="0"/>
              <a:t>Пропуски </a:t>
            </a:r>
          </a:p>
          <a:p>
            <a:r>
              <a:rPr lang="ru-RU" dirty="0"/>
              <a:t>Утрирования (</a:t>
            </a:r>
            <a:r>
              <a:rPr lang="ru-RU" dirty="0" err="1"/>
              <a:t>Рррр</a:t>
            </a:r>
            <a:r>
              <a:rPr lang="ru-RU" dirty="0"/>
              <a:t>, повторы Р-р-р)</a:t>
            </a:r>
          </a:p>
          <a:p>
            <a:r>
              <a:rPr lang="ru-RU" dirty="0"/>
              <a:t>Перестановки (молоко – </a:t>
            </a:r>
            <a:r>
              <a:rPr lang="ru-RU" dirty="0" err="1"/>
              <a:t>моколо</a:t>
            </a:r>
            <a:r>
              <a:rPr lang="ru-RU" dirty="0"/>
              <a:t>, лопата – </a:t>
            </a:r>
            <a:r>
              <a:rPr lang="ru-RU" dirty="0" err="1"/>
              <a:t>латопа</a:t>
            </a:r>
            <a:r>
              <a:rPr lang="ru-RU" dirty="0"/>
              <a:t>))</a:t>
            </a:r>
          </a:p>
          <a:p>
            <a:r>
              <a:rPr lang="ru-RU" dirty="0"/>
              <a:t>Добавления</a:t>
            </a:r>
          </a:p>
          <a:p>
            <a:r>
              <a:rPr lang="ru-RU" dirty="0"/>
              <a:t>Искажения (</a:t>
            </a:r>
            <a:r>
              <a:rPr lang="ru-RU" dirty="0" err="1"/>
              <a:t>обмягчение</a:t>
            </a:r>
            <a:r>
              <a:rPr lang="ru-RU" dirty="0"/>
              <a:t> окончаний…)</a:t>
            </a:r>
          </a:p>
          <a:p>
            <a:r>
              <a:rPr lang="ru-RU" dirty="0"/>
              <a:t>Другие особенности (по слогам, медленный темп и др.)</a:t>
            </a:r>
          </a:p>
        </p:txBody>
      </p:sp>
    </p:spTree>
    <p:extLst>
      <p:ext uri="{BB962C8B-B14F-4D97-AF65-F5344CB8AC3E}">
        <p14:creationId xmlns:p14="http://schemas.microsoft.com/office/powerpoint/2010/main" val="215024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06619-1143-470B-8B32-AFAC42275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597E08-713A-4946-81BF-23CC3E9C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9649" cy="4351338"/>
          </a:xfrm>
        </p:spPr>
        <p:txBody>
          <a:bodyPr/>
          <a:lstStyle/>
          <a:p>
            <a:r>
              <a:rPr lang="ru-RU" dirty="0"/>
              <a:t>Текст про раков</a:t>
            </a:r>
          </a:p>
          <a:p>
            <a:pPr lvl="1"/>
            <a:r>
              <a:rPr lang="ru-RU" dirty="0"/>
              <a:t>Представляем отдельные слова (объект/действие)</a:t>
            </a:r>
          </a:p>
          <a:p>
            <a:r>
              <a:rPr lang="ru-RU" dirty="0"/>
              <a:t>Списки отдельных слов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EDB433-BBCA-49B9-A82C-6073FE0C7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60" y="2001452"/>
            <a:ext cx="50577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0FD82-C54B-61E9-06F3-88B35ED5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Последовательность процессов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D4B25C-F20C-2D83-522F-DACDC3B63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687F34-FEF1-3C0D-8D08-3BA2E6C74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78938" y="-1816668"/>
            <a:ext cx="2634123" cy="1101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7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BCF1E-0D9D-4B8D-917D-46C2CA35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2B8A18-62B7-400B-9B12-E00C73F57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10849" cy="4351338"/>
          </a:xfrm>
        </p:spPr>
        <p:txBody>
          <a:bodyPr/>
          <a:lstStyle/>
          <a:p>
            <a:r>
              <a:rPr lang="ru-RU" dirty="0"/>
              <a:t>Разметка корпуса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BF4E48-BF13-42BA-8DFD-DAEE753ED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187" y="577064"/>
            <a:ext cx="5662613" cy="570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3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6F03D-CC2B-403D-7505-553A109B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Нейронная сеть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914DD-9316-12A8-9B79-B4D5B5AC1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4DD207-4CBC-BE11-7115-476A424D8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770" y="850006"/>
            <a:ext cx="6517150" cy="55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07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7612-9EDF-4EFB-8472-A20292A1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Локализация </a:t>
            </a:r>
            <a:br>
              <a:rPr lang="ru-RU" dirty="0"/>
            </a:br>
            <a:r>
              <a:rPr lang="ru-RU" dirty="0"/>
              <a:t>фонемы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36602F-1A89-4BEC-8279-7042FA7C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E1C2C5-6E9F-41EC-A10E-047E6B9C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427" y="-212196"/>
            <a:ext cx="7212168" cy="707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3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298A5-87DD-451C-A5AC-B7AFC1EC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ML-</a:t>
            </a:r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1A8F77-A079-4754-A1C8-505FD33EF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104" y="5898903"/>
            <a:ext cx="8448542" cy="593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Wav2vec							MFCC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9ACEC8-97D8-4154-9346-C65C79ECB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6600"/>
            <a:ext cx="7198833" cy="372965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4FA59D-EECD-0A3B-6A45-193EA25C7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638" y="3406195"/>
            <a:ext cx="3788534" cy="23346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54A36D-D650-FEFE-5C93-A3F79A747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302" y="332158"/>
            <a:ext cx="4355206" cy="2683896"/>
          </a:xfrm>
          <a:prstGeom prst="rect">
            <a:avLst/>
          </a:prstGeom>
        </p:spPr>
      </p:pic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84F015E0-D61F-6D04-4442-8E3BE4E77C52}"/>
              </a:ext>
            </a:extLst>
          </p:cNvPr>
          <p:cNvSpPr/>
          <p:nvPr/>
        </p:nvSpPr>
        <p:spPr>
          <a:xfrm rot="10800000">
            <a:off x="9324304" y="2936588"/>
            <a:ext cx="1030310" cy="4954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F5777C-955B-CD51-438A-E791F52AE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302" y="154798"/>
            <a:ext cx="4355206" cy="38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3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B84EF514-0758-4CAD-B905-8A45B5B270D6}"/>
              </a:ext>
            </a:extLst>
          </p:cNvPr>
          <p:cNvSpPr/>
          <p:nvPr/>
        </p:nvSpPr>
        <p:spPr>
          <a:xfrm rot="2295350">
            <a:off x="4711083" y="4949313"/>
            <a:ext cx="3290835" cy="11059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Сила Р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F382D-5630-4FDE-ADB1-19B114A3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525"/>
          </a:xfrm>
        </p:spPr>
        <p:txBody>
          <a:bodyPr/>
          <a:lstStyle/>
          <a:p>
            <a:r>
              <a:rPr lang="ru-RU" dirty="0"/>
              <a:t>Интерпретация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66559-1D19-4AF1-94C2-8238CCB9C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021" y="1938949"/>
            <a:ext cx="2196506" cy="4351338"/>
          </a:xfrm>
        </p:spPr>
        <p:txBody>
          <a:bodyPr/>
          <a:lstStyle/>
          <a:p>
            <a:r>
              <a:rPr lang="en-US" dirty="0"/>
              <a:t>UMAP</a:t>
            </a:r>
            <a:endParaRPr lang="ru-RU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527DE48-F179-427D-8150-BEF43E3C6E2B}"/>
              </a:ext>
            </a:extLst>
          </p:cNvPr>
          <p:cNvSpPr/>
          <p:nvPr/>
        </p:nvSpPr>
        <p:spPr>
          <a:xfrm>
            <a:off x="5012656" y="3704688"/>
            <a:ext cx="1438183" cy="11984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Безударные Р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66B9804-1BB1-4C01-8C77-877DF3F60F2E}"/>
              </a:ext>
            </a:extLst>
          </p:cNvPr>
          <p:cNvSpPr/>
          <p:nvPr/>
        </p:nvSpPr>
        <p:spPr>
          <a:xfrm>
            <a:off x="5628443" y="3860048"/>
            <a:ext cx="1047565" cy="887767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Ударные РО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6299EA9-692C-4C8C-B85C-75D8B2B31E8D}"/>
              </a:ext>
            </a:extLst>
          </p:cNvPr>
          <p:cNvSpPr/>
          <p:nvPr/>
        </p:nvSpPr>
        <p:spPr>
          <a:xfrm>
            <a:off x="8025414" y="1027906"/>
            <a:ext cx="2026327" cy="18484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Плохое Р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E6ED8A1C-4E16-43CB-BD77-E1EC8F2FAE5B}"/>
              </a:ext>
            </a:extLst>
          </p:cNvPr>
          <p:cNvSpPr/>
          <p:nvPr/>
        </p:nvSpPr>
        <p:spPr>
          <a:xfrm>
            <a:off x="7830105" y="1690688"/>
            <a:ext cx="1434484" cy="13010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Плохое Р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1A655FD1-7C50-4C16-A781-27AECCF9A327}"/>
              </a:ext>
            </a:extLst>
          </p:cNvPr>
          <p:cNvSpPr/>
          <p:nvPr/>
        </p:nvSpPr>
        <p:spPr>
          <a:xfrm>
            <a:off x="6676008" y="4376691"/>
            <a:ext cx="1074198" cy="1317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Ударные РА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D64D4AF-D7AE-4B42-BDB8-F742CD6342D0}"/>
              </a:ext>
            </a:extLst>
          </p:cNvPr>
          <p:cNvSpPr/>
          <p:nvPr/>
        </p:nvSpPr>
        <p:spPr>
          <a:xfrm>
            <a:off x="6915704" y="5513033"/>
            <a:ext cx="1704514" cy="861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Ударные РУ/РО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4FDB338-D0F2-4E56-B585-AEC18AFF9228}"/>
              </a:ext>
            </a:extLst>
          </p:cNvPr>
          <p:cNvSpPr/>
          <p:nvPr/>
        </p:nvSpPr>
        <p:spPr>
          <a:xfrm rot="1080320">
            <a:off x="3562193" y="1408254"/>
            <a:ext cx="2362177" cy="10613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Ударные РА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69F8BAEA-E5CD-45F4-9608-A6F8BCD4D3AC}"/>
              </a:ext>
            </a:extLst>
          </p:cNvPr>
          <p:cNvSpPr/>
          <p:nvPr/>
        </p:nvSpPr>
        <p:spPr>
          <a:xfrm>
            <a:off x="6368100" y="2154724"/>
            <a:ext cx="1438183" cy="887767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Безударные Р</a:t>
            </a:r>
          </a:p>
        </p:txBody>
      </p:sp>
      <p:sp>
        <p:nvSpPr>
          <p:cNvPr id="20" name="Стрелка: изогнутая вниз 19">
            <a:extLst>
              <a:ext uri="{FF2B5EF4-FFF2-40B4-BE49-F238E27FC236}">
                <a16:creationId xmlns:a16="http://schemas.microsoft.com/office/drawing/2014/main" id="{55892F67-4668-4D29-97F8-6ECBFBA3E8F9}"/>
              </a:ext>
            </a:extLst>
          </p:cNvPr>
          <p:cNvSpPr/>
          <p:nvPr/>
        </p:nvSpPr>
        <p:spPr>
          <a:xfrm rot="18487118" flipH="1">
            <a:off x="4291356" y="1700969"/>
            <a:ext cx="1732637" cy="2350366"/>
          </a:xfrm>
          <a:prstGeom prst="curved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Сила 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Р</a:t>
            </a:r>
          </a:p>
        </p:txBody>
      </p:sp>
    </p:spTree>
    <p:extLst>
      <p:ext uri="{BB962C8B-B14F-4D97-AF65-F5344CB8AC3E}">
        <p14:creationId xmlns:p14="http://schemas.microsoft.com/office/powerpoint/2010/main" val="20214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702B3-648A-7877-3FC4-06FCD35A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5B050-AB64-FD6D-E81E-B61FF0196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C13C64-646B-E560-E36B-9B3A106E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231" y="1690688"/>
            <a:ext cx="7234379" cy="535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3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D5AA4-3AC0-D142-E679-F3A06BCB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популяризация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94FF0-8EB7-3A97-8139-921BC071F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112" y="1825625"/>
            <a:ext cx="8069687" cy="4351338"/>
          </a:xfrm>
        </p:spPr>
        <p:txBody>
          <a:bodyPr/>
          <a:lstStyle/>
          <a:p>
            <a:r>
              <a:rPr lang="ru-RU" sz="2800" dirty="0"/>
              <a:t>Доклад </a:t>
            </a:r>
            <a:r>
              <a:rPr lang="ru-RU" dirty="0"/>
              <a:t>на конференции «Когнитивные нейронауки» 2023. </a:t>
            </a:r>
            <a:r>
              <a:rPr lang="en-US" dirty="0"/>
              <a:t>“</a:t>
            </a:r>
            <a:r>
              <a:rPr lang="ru-RU" sz="2800" dirty="0"/>
              <a:t>Использование автоматизированного анализа фонетики произношения в задачах диагностики нарушений речи</a:t>
            </a:r>
            <a:r>
              <a:rPr lang="en-US" sz="2800" dirty="0"/>
              <a:t>”</a:t>
            </a:r>
            <a:endParaRPr lang="ru-RU" sz="2800" dirty="0"/>
          </a:p>
          <a:p>
            <a:r>
              <a:rPr lang="ru-RU" dirty="0"/>
              <a:t>Проектные работы на зимней школе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comptech.nsu.ru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9BEFB8-8510-FC6F-0FAE-54C186A1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64" y="1809267"/>
            <a:ext cx="1666875" cy="1314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F5E4C7-F173-C084-9A03-24B48214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" y="1913600"/>
            <a:ext cx="1675761" cy="102132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957D2A-CA35-C66C-D7AF-F026ACE33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2" y="4292071"/>
            <a:ext cx="1682417" cy="5332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D89B9B-8F6A-6A34-5375-EDCAEADD0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463" y="3819540"/>
            <a:ext cx="1666875" cy="144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6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620FE-1103-0E41-03CD-E26A6340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73AA3A-2F5B-C956-551B-3B5F9890D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8969"/>
            <a:ext cx="10515600" cy="1707994"/>
          </a:xfrm>
        </p:spPr>
        <p:txBody>
          <a:bodyPr/>
          <a:lstStyle/>
          <a:p>
            <a:r>
              <a:rPr lang="ru-RU" dirty="0"/>
              <a:t>Приглашаем к участию, расскажите про вашу технологию</a:t>
            </a:r>
            <a:r>
              <a:rPr lang="en-US" dirty="0"/>
              <a:t>(</a:t>
            </a:r>
            <a:r>
              <a:rPr lang="ru-RU" dirty="0"/>
              <a:t>лекция</a:t>
            </a:r>
            <a:r>
              <a:rPr lang="en-US" dirty="0"/>
              <a:t>)</a:t>
            </a:r>
            <a:r>
              <a:rPr lang="ru-RU" dirty="0"/>
              <a:t>, проведите проект (7 дней/5студентов).  Очно или дистанционно</a:t>
            </a:r>
            <a:endParaRPr lang="en-US" dirty="0"/>
          </a:p>
          <a:p>
            <a:r>
              <a:rPr lang="en-US" dirty="0" err="1"/>
              <a:t>OpenSource</a:t>
            </a:r>
            <a:r>
              <a:rPr lang="en-US" dirty="0"/>
              <a:t> / ML / software development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32EDFF-1B7F-3733-1E88-850856730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976" y="323850"/>
            <a:ext cx="6934200" cy="27336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53ACEA-DF95-AEEF-436A-D987CD9A7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5414" y="4087"/>
            <a:ext cx="5317566" cy="424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3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2D6B2-B75E-4CFD-A643-5DCD06134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Спасибо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C68780-59E2-482A-9F00-782117D66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1555" y="3723567"/>
            <a:ext cx="9144000" cy="1655762"/>
          </a:xfrm>
        </p:spPr>
        <p:txBody>
          <a:bodyPr/>
          <a:lstStyle/>
          <a:p>
            <a:r>
              <a:rPr lang="ru-RU" dirty="0"/>
              <a:t>Пишите, </a:t>
            </a:r>
            <a:endParaRPr lang="en-US" dirty="0"/>
          </a:p>
          <a:p>
            <a:r>
              <a:rPr lang="ru-RU" dirty="0"/>
              <a:t>кто хочет выступить в </a:t>
            </a:r>
            <a:r>
              <a:rPr lang="en-US" dirty="0"/>
              <a:t>CompTech@25 – </a:t>
            </a:r>
            <a:r>
              <a:rPr lang="ru-RU" dirty="0"/>
              <a:t>тоже пишите</a:t>
            </a:r>
          </a:p>
          <a:p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733A1F9-4F73-4BEE-B684-673FE2BF0B62}"/>
              </a:ext>
            </a:extLst>
          </p:cNvPr>
          <p:cNvSpPr txBox="1">
            <a:spLocks/>
          </p:cNvSpPr>
          <p:nvPr/>
        </p:nvSpPr>
        <p:spPr>
          <a:xfrm>
            <a:off x="2139518" y="5379329"/>
            <a:ext cx="9001957" cy="113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pavel@rudych.ru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63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306</Words>
  <Application>Microsoft Office PowerPoint</Application>
  <PresentationFormat>Широкоэкранный</PresentationFormat>
  <Paragraphs>57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Распознавание маркеров  дислексии по чтению вслух у детей</vt:lpstr>
      <vt:lpstr>Распознавать детскую речь</vt:lpstr>
      <vt:lpstr>МКБ vs RDoC</vt:lpstr>
      <vt:lpstr>Маркеры дислексии</vt:lpstr>
      <vt:lpstr>Презентация PowerPoint</vt:lpstr>
      <vt:lpstr>Последовательность процессов</vt:lpstr>
      <vt:lpstr>Презентация PowerPoint</vt:lpstr>
      <vt:lpstr>Нейронная сеть</vt:lpstr>
      <vt:lpstr>Локализация  фонемы</vt:lpstr>
      <vt:lpstr>ML-Архитектура</vt:lpstr>
      <vt:lpstr>Интерпретация</vt:lpstr>
      <vt:lpstr>интерпретация</vt:lpstr>
      <vt:lpstr>популяризация</vt:lpstr>
      <vt:lpstr>Презентация PowerPoint</vt:lpstr>
      <vt:lpstr>Спасибо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автоматизированного анализа фонетики произношения в задачах диагностики нарушений речи</dc:title>
  <dc:creator>Kseniya</dc:creator>
  <cp:lastModifiedBy>e</cp:lastModifiedBy>
  <cp:revision>10</cp:revision>
  <dcterms:created xsi:type="dcterms:W3CDTF">2023-12-08T05:57:32Z</dcterms:created>
  <dcterms:modified xsi:type="dcterms:W3CDTF">2024-12-10T10:57:57Z</dcterms:modified>
</cp:coreProperties>
</file>